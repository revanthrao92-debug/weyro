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48CAE4"/>
                </a:solidFill>
              </a:defRPr>
            </a:pPr>
            <a:r>
              <a:t>NEXT-GENERATION AUTOMOTIVE MARKETPLACE</a:t>
            </a:r>
          </a:p>
          <a:p>
            <a:pPr>
              <a:spcAft>
                <a:spcPts val="1200"/>
              </a:spcAft>
              <a:defRPr sz="4800" b="1">
                <a:solidFill>
                  <a:srgbClr val="FFFFFF"/>
                </a:solidFill>
              </a:defRPr>
            </a:pPr>
            <a:r>
              <a:t>Weyro 🚗🔧</a:t>
            </a:r>
          </a:p>
          <a:p>
            <a:pPr>
              <a:defRPr sz="2000">
                <a:solidFill>
                  <a:srgbClr val="A0AEC0"/>
                </a:solidFill>
              </a:defRPr>
            </a:pPr>
            <a:r>
              <a:t>Nationwide Car Damage Broadcast, Multi-Bid Quotations &amp; Escrow Fulfillment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3291840" cy="1645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48CAE4"/>
                </a:solidFill>
              </a:defRPr>
            </a:pPr>
            <a:r>
              <a:t>Asset-Light Marketplace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Zero inventory risk with direct nationwide dealer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297680"/>
            <a:ext cx="3291840" cy="1645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48CAE4"/>
                </a:solidFill>
              </a:defRPr>
            </a:pPr>
            <a:r>
              <a:t>Real-Time Multi-Bidding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Verified mechanics &amp; parts dealers compete transparently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297680"/>
            <a:ext cx="3291840" cy="16459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4348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48CAE4"/>
                </a:solidFill>
              </a:defRPr>
            </a:pPr>
            <a:r>
              <a:t>Milestone Escrow Protection</a:t>
            </a:r>
          </a:p>
          <a:p>
            <a:pPr>
              <a:defRPr sz="1200">
                <a:solidFill>
                  <a:srgbClr val="A0AEC0"/>
                </a:solidFill>
              </a:defRPr>
            </a:pPr>
            <a:r>
              <a:t>Secured funds released only upon completed customer inspection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Automotive Repair Friction &amp; Market Pain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1. Opaque Pricing &amp; Asymmetric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Garages provide arbitrary, non-binding estimates without clear part-grade distinction.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Vehicle owners suffer 30-50% repair markups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No breakdown between labour, parts, and courier freight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Difficulty verifying if replacement parts are OEM or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2. Part Sourcing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Local workshops are constrained by local suppliers and fragmented scrapyards.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Weeks of downtime waiting for specialized components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Wrong part fitment without chassis/VIN verification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Limited access to nationwide dismantling networks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3. Trust &amp; Escrow Vulnerabilities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Cash deposits upfront with zero consumer recourse or milestone tracking.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Mechanics demand upfront advance with no escrow protection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No binding delivery timeline or courier milestone tracking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Lack of post-repair dispute resolution mechanisms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CORE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Weyro Solution: Decentralized Automotive Marketplace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📸 Nationwide Broadcast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Vehicle owner snaps damaged parts (bumpers, headlight, gearbox). The request is broadcast nationwide to vetted garages and parts dealers regardless of distance.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⚡ Competitive Multi-Bid Auctions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Mechanics &amp; dealers submit binding bids with itemized parts cost, labour, condition (OEM / AFTERMARKET / USED), warranty days, and courier ETA.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💬 Real-Time Fitment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Direct in-app messaging between vehicle owner and quoting providers to verify VIN compatibility, share close-up photos, and confirm fitment.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🛡️ Milestone Escrow &amp; Courier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Payment secured in escrow upon quotation acceptance. Funds disbursed only after milestone inspection: Confirmed -&gt; Dispatched -&gt; Completed.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Modular Monorepo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📱 Mobile Client (apps/mobile)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React Native 0.86 • Expo SDK 57 • React 19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Expo Router file-based screen routing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useSyncExternalStore external reactive store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expo-image &amp; expo-image-picker for media capture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AsyncStorage persistent offline mutation durability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⚙️ Backend Core (apps/api)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NestJS 11 • Express • Prisma ORM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Modular monolith with domain services (Requests, Quotes, Admin)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AdminAuthGuard RBAC token enforcement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Atomic database transactions ($transaction)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PostgreSQL with PostGIS spatial radius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📦 Shared Monorepo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TypeScript Contracts &amp; Validation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packages/api-contracts: Shared DTO interfaces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packages/database: Prisma schema &amp; PostGIS queries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packages/validation: Shared Zod input schemas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Clean tsconfig path aliases across monorepo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Customer Lifecycle &amp; Fulfillment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574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1. Broadcast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Owner uploads damage photo, specifies car make/model, urgency (Normal/Urgent/Emergency), and preferred fulfillment.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574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1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2. Compare Bids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28600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Inspect competing offers side-by-side: Parts Cost vs Labour vs Shipping, OEM warranty, and provider verification badge.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574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3. Confirm &amp; 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28600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Select winning bid, provide address/schedule, and fund escrow. Instant booking record created.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574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3216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4. Live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28600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Track carrier (e.g. FedEx) and courier tracking number with real-time milestone stepper.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57400" cy="4480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78308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5. Review &amp; Payout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28600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Inspect delivered part or completed repair, release escrow to provider, and submit verified 5-star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PROVIDER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Provider Ecosystem: Mechanics, Garages &amp; Parts Dealers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National Broadcast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Providers access a real-time stream of repair requests nationwide, breaking geographic revenue ceilings.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Filter by Parts Shipping, Garage Visit, or On-Site Fitment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View high-resolution damage photos &amp; vehicle specs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Real-time urgency flags (Emergency, Urgent, Normal)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Itemized Quotation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Submit binding quotes that instill customer confidence.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Detailed parts cost + labour + shipping breakdown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Part condition tagging: OEM, Aftermarket, or Used Grade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Transparent warranty commitment (30 - 90 days)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Estimated delivery &amp; fitment timeframes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Verification &amp; KYC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Vetted marketplace ensuring genuine components and safety.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State trade license &amp; GSTIN/Tax ID verification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Workshop safety &amp; facility accreditation audits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Verified Provider trust badge on all submitted quotes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Customer feedback and performance scorecards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PLATFORM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Backoffice Operations &amp; Compliance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Platform Health &amp; KPI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</a:defRPr>
            </a:pPr>
            <a:r>
              <a:t>Real-time monitoring of open broadcasts, bid velocity, active bookings, and gross escrow volume.</a:t>
            </a:r>
          </a:p>
          <a:p>
            <a:pPr>
              <a:defRPr sz="1150">
                <a:solidFill>
                  <a:srgbClr val="A0AEC0"/>
                </a:solidFill>
              </a:defRPr>
            </a:pPr>
            <a:r>
              <a:t>Live dashboard providing macro platform health and liquidity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Provider KYC Verification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</a:defRPr>
            </a:pPr>
            <a:r>
              <a:t>Automated and manual audit workflow for mechanic shops, spare parts distributors, and mobile technicians.</a:t>
            </a:r>
          </a:p>
          <a:p>
            <a:pPr>
              <a:defRPr sz="1150">
                <a:solidFill>
                  <a:srgbClr val="A0AEC0"/>
                </a:solidFill>
              </a:defRPr>
            </a:pPr>
            <a:r>
              <a:t>Review trade licenses, EIN/Tax records, and approve or reject with auditor timestamps.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Escrow Reconciliation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</a:defRPr>
            </a:pPr>
            <a:r>
              <a:t>Immutable financial ledger tracking funds held in escrow, disbursed to providers, or refunded.</a:t>
            </a:r>
          </a:p>
          <a:p>
            <a:pPr>
              <a:defRPr sz="1150">
                <a:solidFill>
                  <a:srgbClr val="A0AEC0"/>
                </a:solidFill>
              </a:defRPr>
            </a:pPr>
            <a:r>
              <a:t>Complete audit trail across every booking lifecycle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069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Secured by Admin RBAC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9E0B"/>
                </a:solidFill>
              </a:defRPr>
            </a:pPr>
            <a:r>
              <a:t>Protected by AdminAuthGuard on NestJS API with Bearer token authentication.</a:t>
            </a:r>
          </a:p>
          <a:p>
            <a:pPr>
              <a:defRPr sz="1150">
                <a:solidFill>
                  <a:srgbClr val="A0AEC0"/>
                </a:solidFill>
              </a:defRPr>
            </a:pPr>
            <a:r>
              <a:t>Prevents unauthorized configuration access or unverified provider approvals.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RESILIENCE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Zero-Data-Loss Offline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1. Action Enqueueing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All customer actions (request broadcasts, quotes, bookings, reviews) are buffered as QueuedMutation objects.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Captures exact HTTP method, endpoint &amp; payload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Unique mutation ID with chronological timestamp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Zero blocking or thread freezing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2. Dual-Layer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Cross-platform persistence guarantees durability across app restarts and sudden process kills.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Native mobile: @react-native-async-storage/async-storage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Web &amp; PWA: globalThis.localStorage backup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Automatic rehydration on app launch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3. FIFO Auto-Drain &amp; Retry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Background worker flushes pending mutations with network timeout guards.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Drains in strict FIFO sequence before feed pulls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Exponential retry counters on transient network drops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Manual 'Flush &amp; Re-sync' trigger in Operations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Monetization Strategy &amp; Market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Marketplace Take-Rate (5% - 8%)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Platform commission on completed repair and parts transactions.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Deducted automatically upon milestone escrow release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Substantially lower than traditional dealership margins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High volume across both DIYers and commercial workshops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Sponsored Quotation 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Top-of-feed bidding and priority badges for authorized dealer networks.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Verified OEM suppliers can feature parts quotes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Guaranteed customer review visibility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Subscription tier for high-volume parts yards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B2B Fleet &amp; Insurance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Enterprise integration for fleet operators and motor insurers.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Automated claim and repair broadcast dispatch API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Pre-negotiated courier logistics and wholesale pricing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Centralized escrow settlement and tax invoicing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FUTURE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 Roadmap &amp; Engineering Horizons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Tier 1: Core Foundation 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User identity &amp; financial settlement engine.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JWT Auth &amp; SecureStore credential persistence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Payment Gateway Integration (UPI / Stripe)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Automated Escrow Milestone release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Tier 2: Trust &amp; Spatial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Real-time dispatch and compatibility validation.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Live courier GPS tracking using PostGIS ST_DWithin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VIN / Chassis decoder for automatic part fitment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In-app dispute freeze and return photo auditing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Tier 3: Platform Scale (Completed)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48CAE4"/>
                </a:solidFill>
              </a:defRPr>
            </a:pPr>
            <a:r>
              <a:t>Platform governance and resilience.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Durable AsyncStorage mutation queue with retry worker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Backoffice operations dashboard &amp; escrow ledger</a:t>
            </a:r>
          </a:p>
          <a:p>
            <a:pPr>
              <a:spcAft>
                <a:spcPts val="800"/>
              </a:spcAft>
              <a:defRPr sz="1150">
                <a:solidFill>
                  <a:srgbClr val="A0AEC0"/>
                </a:solidFill>
              </a:defRPr>
            </a:pPr>
            <a:r>
              <a:t>• AdminAuthGuard RBAC credential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